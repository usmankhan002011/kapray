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7120b20f4d4937" /><Relationship Type="http://schemas.openxmlformats.org/officeDocument/2006/relationships/extended-properties" Target="/docProps/app.xml" Id="Rc4aa2391945946b9" /><Relationship Type="http://schemas.openxmlformats.org/officeDocument/2006/relationships/officeDocument" Target="/ppt/presentation.xml" Id="R07ce0b10d1c243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3106552d5b425e"/>
  </p:sldMasterIdLst>
  <p:notesMasterIdLst>
    <p:notesMasterId xmlns:r="http://schemas.openxmlformats.org/officeDocument/2006/relationships" r:id="Rc7992b32e75b4348"/>
  </p:notesMasterIdLst>
  <p:sldIdLst>
    <p:sldId xmlns:r="http://schemas.openxmlformats.org/officeDocument/2006/relationships" id="256" r:id="Rbf9d0c008b434c0a"/>
    <p:sldId xmlns:r="http://schemas.openxmlformats.org/officeDocument/2006/relationships" id="257" r:id="R3bc6c4954d684d52"/>
    <p:sldId xmlns:r="http://schemas.openxmlformats.org/officeDocument/2006/relationships" id="258" r:id="Ra92e5ab7fb184f44"/>
    <p:sldId xmlns:r="http://schemas.openxmlformats.org/officeDocument/2006/relationships" id="259" r:id="R27e251f331244740"/>
    <p:sldId xmlns:r="http://schemas.openxmlformats.org/officeDocument/2006/relationships" id="260" r:id="R2ec01f4bd20f4b54"/>
    <p:sldId xmlns:r="http://schemas.openxmlformats.org/officeDocument/2006/relationships" id="261" r:id="Rb0f6e0a045664280"/>
    <p:sldId xmlns:r="http://schemas.openxmlformats.org/officeDocument/2006/relationships" id="262" r:id="R829cef680eb84667"/>
    <p:sldId xmlns:r="http://schemas.openxmlformats.org/officeDocument/2006/relationships" id="263" r:id="Rd3811a7c8b0348ab"/>
    <p:sldId xmlns:r="http://schemas.openxmlformats.org/officeDocument/2006/relationships" id="264" r:id="R033817487a2540fb"/>
    <p:sldId xmlns:r="http://schemas.openxmlformats.org/officeDocument/2006/relationships" id="265" r:id="R35921a4a11074258"/>
    <p:sldId xmlns:r="http://schemas.openxmlformats.org/officeDocument/2006/relationships" id="266" r:id="R08ed44260e8547e1"/>
    <p:sldId xmlns:r="http://schemas.openxmlformats.org/officeDocument/2006/relationships" id="267" r:id="R2feef98646b440be"/>
    <p:sldId xmlns:r="http://schemas.openxmlformats.org/officeDocument/2006/relationships" id="268" r:id="Rc8bdf547bc284cd6"/>
    <p:sldId xmlns:r="http://schemas.openxmlformats.org/officeDocument/2006/relationships" id="269" r:id="Rdc92cbb8469e4034"/>
    <p:sldId xmlns:r="http://schemas.openxmlformats.org/officeDocument/2006/relationships" id="270" r:id="R7cb033e1ab4c46f4"/>
    <p:sldId xmlns:r="http://schemas.openxmlformats.org/officeDocument/2006/relationships" id="271" r:id="R5b15aa79aa014f4d"/>
    <p:sldId xmlns:r="http://schemas.openxmlformats.org/officeDocument/2006/relationships" id="272" r:id="Rf2b56f0757264248"/>
    <p:sldId xmlns:r="http://schemas.openxmlformats.org/officeDocument/2006/relationships" id="273" r:id="Rfb13fe8f4a9a44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2c35e98f0c4eee" /><Relationship Type="http://schemas.openxmlformats.org/officeDocument/2006/relationships/slideMaster" Target="/ppt/slideMasters/slideMaster1.xml" Id="Ra63106552d5b425e" /><Relationship Type="http://schemas.openxmlformats.org/officeDocument/2006/relationships/notesMaster" Target="/ppt/notesMasters/notesMaster1.xml" Id="Rc7992b32e75b4348" /><Relationship Type="http://schemas.openxmlformats.org/officeDocument/2006/relationships/presProps" Target="/ppt/presProps.xml" Id="Rc33c21517834498e" /><Relationship Type="http://schemas.openxmlformats.org/officeDocument/2006/relationships/tableStyles" Target="/ppt/tableStyles.xml" Id="R7cb43d971d0e48fb" /><Relationship Type="http://schemas.openxmlformats.org/officeDocument/2006/relationships/slide" Target="/ppt/slides/slide1.xml" Id="Rbf9d0c008b434c0a" /><Relationship Type="http://schemas.openxmlformats.org/officeDocument/2006/relationships/slide" Target="/ppt/slides/slide2.xml" Id="R3bc6c4954d684d52" /><Relationship Type="http://schemas.openxmlformats.org/officeDocument/2006/relationships/slide" Target="/ppt/slides/slide3.xml" Id="Ra92e5ab7fb184f44" /><Relationship Type="http://schemas.openxmlformats.org/officeDocument/2006/relationships/slide" Target="/ppt/slides/slide4.xml" Id="R27e251f331244740" /><Relationship Type="http://schemas.openxmlformats.org/officeDocument/2006/relationships/slide" Target="/ppt/slides/slide5.xml" Id="R2ec01f4bd20f4b54" /><Relationship Type="http://schemas.openxmlformats.org/officeDocument/2006/relationships/slide" Target="/ppt/slides/slide6.xml" Id="Rb0f6e0a045664280" /><Relationship Type="http://schemas.openxmlformats.org/officeDocument/2006/relationships/slide" Target="/ppt/slides/slide7.xml" Id="R829cef680eb84667" /><Relationship Type="http://schemas.openxmlformats.org/officeDocument/2006/relationships/slide" Target="/ppt/slides/slide8.xml" Id="Rd3811a7c8b0348ab" /><Relationship Type="http://schemas.openxmlformats.org/officeDocument/2006/relationships/slide" Target="/ppt/slides/slide9.xml" Id="R033817487a2540fb" /><Relationship Type="http://schemas.openxmlformats.org/officeDocument/2006/relationships/slide" Target="/ppt/slides/slide10.xml" Id="R35921a4a11074258" /><Relationship Type="http://schemas.openxmlformats.org/officeDocument/2006/relationships/slide" Target="/ppt/slides/slide11.xml" Id="R08ed44260e8547e1" /><Relationship Type="http://schemas.openxmlformats.org/officeDocument/2006/relationships/slide" Target="/ppt/slides/slide12.xml" Id="R2feef98646b440be" /><Relationship Type="http://schemas.openxmlformats.org/officeDocument/2006/relationships/slide" Target="/ppt/slides/slide13.xml" Id="Rc8bdf547bc284cd6" /><Relationship Type="http://schemas.openxmlformats.org/officeDocument/2006/relationships/slide" Target="/ppt/slides/slide14.xml" Id="Rdc92cbb8469e4034" /><Relationship Type="http://schemas.openxmlformats.org/officeDocument/2006/relationships/slide" Target="/ppt/slides/slide15.xml" Id="R7cb033e1ab4c46f4" /><Relationship Type="http://schemas.openxmlformats.org/officeDocument/2006/relationships/slide" Target="/ppt/slides/slide16.xml" Id="R5b15aa79aa014f4d" /><Relationship Type="http://schemas.openxmlformats.org/officeDocument/2006/relationships/slide" Target="/ppt/slides/slide17.xml" Id="Rf2b56f0757264248" /><Relationship Type="http://schemas.openxmlformats.org/officeDocument/2006/relationships/slide" Target="/ppt/slides/slide18.xml" Id="Rfb13fe8f4a9a44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9e92600c3944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64ecd861ba4aee" /><Relationship Type="http://schemas.openxmlformats.org/officeDocument/2006/relationships/notesMaster" Target="/ppt/notesMasters/notesMaster1.xml" Id="R8c48d7bcb87346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edfb1a8c2f4c0a" /><Relationship Type="http://schemas.openxmlformats.org/officeDocument/2006/relationships/notesMaster" Target="/ppt/notesMasters/notesMaster1.xml" Id="R9c2255f9caa745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518d5bb4b74c89" /><Relationship Type="http://schemas.openxmlformats.org/officeDocument/2006/relationships/notesMaster" Target="/ppt/notesMasters/notesMaster1.xml" Id="Rdf9c50bf066647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9137e574dd4fb4" /><Relationship Type="http://schemas.openxmlformats.org/officeDocument/2006/relationships/notesMaster" Target="/ppt/notesMasters/notesMaster1.xml" Id="R2775999ca86548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5ce3930a7e4e5e" /><Relationship Type="http://schemas.openxmlformats.org/officeDocument/2006/relationships/notesMaster" Target="/ppt/notesMasters/notesMaster1.xml" Id="Rd76db72c1b1548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c63940ba7e4632" /><Relationship Type="http://schemas.openxmlformats.org/officeDocument/2006/relationships/notesMaster" Target="/ppt/notesMasters/notesMaster1.xml" Id="Rf6906477cb1348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e28c3edcf94d17" /><Relationship Type="http://schemas.openxmlformats.org/officeDocument/2006/relationships/notesMaster" Target="/ppt/notesMasters/notesMaster1.xml" Id="R4de5c94d27d34b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36fbf4eb5245f6" /><Relationship Type="http://schemas.openxmlformats.org/officeDocument/2006/relationships/notesMaster" Target="/ppt/notesMasters/notesMaster1.xml" Id="R031c9771584c47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ea85f9f166483a" /><Relationship Type="http://schemas.openxmlformats.org/officeDocument/2006/relationships/notesMaster" Target="/ppt/notesMasters/notesMaster1.xml" Id="Rbbfb9c01535341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f4e7fcd1c649bf" /><Relationship Type="http://schemas.openxmlformats.org/officeDocument/2006/relationships/notesMaster" Target="/ppt/notesMasters/notesMaster1.xml" Id="R669a253a2e1244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1ad3e3dbc0491d" /><Relationship Type="http://schemas.openxmlformats.org/officeDocument/2006/relationships/notesMaster" Target="/ppt/notesMasters/notesMaster1.xml" Id="R597b31f3881c43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647ed3d7354c38" /><Relationship Type="http://schemas.openxmlformats.org/officeDocument/2006/relationships/notesMaster" Target="/ppt/notesMasters/notesMaster1.xml" Id="Rd3681a62f37a47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6ba1ff350d45e5" /><Relationship Type="http://schemas.openxmlformats.org/officeDocument/2006/relationships/notesMaster" Target="/ppt/notesMasters/notesMaster1.xml" Id="R42335f30761640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3579ee7d244004" /><Relationship Type="http://schemas.openxmlformats.org/officeDocument/2006/relationships/notesMaster" Target="/ppt/notesMasters/notesMaster1.xml" Id="R6828d297699149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61df9f95f64c15" /><Relationship Type="http://schemas.openxmlformats.org/officeDocument/2006/relationships/notesMaster" Target="/ppt/notesMasters/notesMaster1.xml" Id="Re4a6912848ea41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1eaf561aaa4d4c" /><Relationship Type="http://schemas.openxmlformats.org/officeDocument/2006/relationships/notesMaster" Target="/ppt/notesMasters/notesMaster1.xml" Id="R9d2c12e7735d45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2fb6691a7b408c" /><Relationship Type="http://schemas.openxmlformats.org/officeDocument/2006/relationships/notesMaster" Target="/ppt/notesMasters/notesMaster1.xml" Id="R66b5bd08a46a40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92792504f44878" /><Relationship Type="http://schemas.openxmlformats.org/officeDocument/2006/relationships/notesMaster" Target="/ppt/notesMasters/notesMaster1.xml" Id="R19ac1671ba1140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IMG-20260703-WA0168.jpg, IMG-20260703-WA0188.jpg, IMG-20260703-WA0247.jpg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context: WhatsApp Chat with Kapray vendors onboarfing.txt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IMG-20260703-WA0172.jpg, IMG-20260710-WA0008.jpg, IMG-20260710-WA0084.jpg, IMG-20260712-WA0024.jpg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IMG-20260703-WA0170.jpg, IMG-20260703-WA0173.jpg, IMG-20260703-WA0176.jpg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IMG-20260703-WA0179.jpg, IMG-20260703-WA0181.jpg, IMG-20260703-WA0184.jpg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IMG-20260703-WA0188.jpg, IMG-20260703-WA0189.jpg, IMG-20260703-WA0191.jpg, IMG-20260703-WA0192.jpg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IMG-20260703-WA0197.jpg, IMG-20260703-WA0201.jpg, IMG-20260703-WA0202.jpg, IMG-20260703-WA0207.jpg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IMG-20260703-WA0218.jpg, IMG-20260703-WA0220.jpg, IMG-20260703-WA0224.jpg, IMG-20260703-WA0227.jpg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IMG-20260703-WA0226.jpg, IMG-20260703-WA0234.jpg, IMG-20260703-WA0235.jpg, IMG-20260703-WA0236.jpg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IMG-20260703-WA0246.jpg, IMG-20260703-WA0247.jpg, IMG-20260703-WA0249.jpg, IMG-20260703-WA0252.jpg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IMG-20260710-WA0009.jpg, IMG-20260710-WA0014.jpg, IMG-20260710-WA0018.jpg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IMG-20260710-WA0027.jpg, IMG-20260710-WA0048.jpg, IMG-20260710-WA0054.jpg, IMG-20260710-WA0055.jpg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IMG-20260710-WA0046.jpg, IMG-20260710-WA0056.jpg, IMG-20260710-WA0061.jpg, IMG-20260710-WA0063.jpg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IMG-20260710-WA0084.jpg, IMG-20260710-WA0090.jpg, IMG-20260710-WA0093.jpg, IMG-20260710-WA0098.jpg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IMG-20260710-WA0118.jpg, IMG-20260710-WA0122.jpg, IMG-20260710-WA0125.jpg, IMG-20260710-WA0130.jpg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IMG-20260712-WA0025.jpg, IMG-20260712-WA0028.jpg, IMG-20260712-WA0031.jpg, IMG-20260712-WA0040.jpg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Kapray screenshots: IMG-20260712-WA0022.jpg, IMG-20260712-WA0023.jpg, IMG-20260710-WA0135.jpg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context: WhatsApp Chat with Kapray vendors onboarfing.txt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421d5d1e844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3d72de1723427e" /><Relationship Type="http://schemas.openxmlformats.org/officeDocument/2006/relationships/slideLayout" Target="/ppt/slideLayouts/slideLayout1.xml" Id="Rbd37c4a6757442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37c4a6757442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aa6e2e6164cfd" /><Relationship Type="http://schemas.openxmlformats.org/officeDocument/2006/relationships/image" Target="/ppt/media/image.jpeg" Id="R30adae348ff54afd" /><Relationship Type="http://schemas.openxmlformats.org/officeDocument/2006/relationships/image" Target="/ppt/media/image2.jpeg" Id="R2798b63b053843a5" /><Relationship Type="http://schemas.openxmlformats.org/officeDocument/2006/relationships/image" Target="/ppt/media/image3.jpeg" Id="R2d2240890e9d4c17" /><Relationship Type="http://schemas.openxmlformats.org/officeDocument/2006/relationships/notesSlide" Target="/ppt/notesSlides/notesSlide1.xml" Id="R12504e3d75e645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0da47d539474b" /><Relationship Type="http://schemas.openxmlformats.org/officeDocument/2006/relationships/notesSlide" Target="/ppt/notesSlides/notesSlide2.xml" Id="R02719461a5e949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82625915640b4" /><Relationship Type="http://schemas.openxmlformats.org/officeDocument/2006/relationships/image" Target="/ppt/media/image4.jpeg" Id="R3ec9bd2f12c34f6e" /><Relationship Type="http://schemas.openxmlformats.org/officeDocument/2006/relationships/image" Target="/ppt/media/image5.jpeg" Id="R4656984d4dd04fa1" /><Relationship Type="http://schemas.openxmlformats.org/officeDocument/2006/relationships/image" Target="/ppt/media/image6.jpeg" Id="Re657992823da4510" /><Relationship Type="http://schemas.openxmlformats.org/officeDocument/2006/relationships/image" Target="/ppt/media/image7.jpeg" Id="R66641c1fec9f4efc" /><Relationship Type="http://schemas.openxmlformats.org/officeDocument/2006/relationships/notesSlide" Target="/ppt/notesSlides/notesSlide3.xml" Id="Rd16578cda075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5b67046b14452" /><Relationship Type="http://schemas.openxmlformats.org/officeDocument/2006/relationships/image" Target="/ppt/media/image8.jpeg" Id="Rb629c30b56a84d88" /><Relationship Type="http://schemas.openxmlformats.org/officeDocument/2006/relationships/image" Target="/ppt/media/image9.jpeg" Id="R1370555dab3847d0" /><Relationship Type="http://schemas.openxmlformats.org/officeDocument/2006/relationships/image" Target="/ppt/media/image10.jpeg" Id="Rb393883624974800" /><Relationship Type="http://schemas.openxmlformats.org/officeDocument/2006/relationships/notesSlide" Target="/ppt/notesSlides/notesSlide4.xml" Id="R7beefe4f25c54c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b9e3d36c247a0" /><Relationship Type="http://schemas.openxmlformats.org/officeDocument/2006/relationships/image" Target="/ppt/media/image11.jpeg" Id="R244569059e624412" /><Relationship Type="http://schemas.openxmlformats.org/officeDocument/2006/relationships/image" Target="/ppt/media/image12.jpeg" Id="R6fae8f8f5c5141a1" /><Relationship Type="http://schemas.openxmlformats.org/officeDocument/2006/relationships/image" Target="/ppt/media/image13.jpeg" Id="Ra44f638599e749eb" /><Relationship Type="http://schemas.openxmlformats.org/officeDocument/2006/relationships/notesSlide" Target="/ppt/notesSlides/notesSlide5.xml" Id="Ra286bd0479d44c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29e5cf514d50" /><Relationship Type="http://schemas.openxmlformats.org/officeDocument/2006/relationships/image" Target="/ppt/media/image14.jpeg" Id="R941c1da059ee4f65" /><Relationship Type="http://schemas.openxmlformats.org/officeDocument/2006/relationships/image" Target="/ppt/media/image15.jpeg" Id="R42c8f3f14f294c40" /><Relationship Type="http://schemas.openxmlformats.org/officeDocument/2006/relationships/image" Target="/ppt/media/image16.jpeg" Id="R0b0896fe2b4e4f1f" /><Relationship Type="http://schemas.openxmlformats.org/officeDocument/2006/relationships/image" Target="/ppt/media/image17.jpeg" Id="Rc3a07ba18e7f499c" /><Relationship Type="http://schemas.openxmlformats.org/officeDocument/2006/relationships/notesSlide" Target="/ppt/notesSlides/notesSlide6.xml" Id="Re6b11fcfc0864b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9064f4d6849ec" /><Relationship Type="http://schemas.openxmlformats.org/officeDocument/2006/relationships/image" Target="/ppt/media/image18.jpeg" Id="Rb84e25938f224932" /><Relationship Type="http://schemas.openxmlformats.org/officeDocument/2006/relationships/image" Target="/ppt/media/image19.jpeg" Id="Re7f4c2ef534a4cab" /><Relationship Type="http://schemas.openxmlformats.org/officeDocument/2006/relationships/image" Target="/ppt/media/image20.jpeg" Id="R2f89653a4c9b4fe0" /><Relationship Type="http://schemas.openxmlformats.org/officeDocument/2006/relationships/image" Target="/ppt/media/image21.jpeg" Id="R8c358d85e3854a4f" /><Relationship Type="http://schemas.openxmlformats.org/officeDocument/2006/relationships/notesSlide" Target="/ppt/notesSlides/notesSlide7.xml" Id="R39d306e6d7144c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b6cb604c646bc" /><Relationship Type="http://schemas.openxmlformats.org/officeDocument/2006/relationships/image" Target="/ppt/media/image22.jpeg" Id="R2b8fa64329624556" /><Relationship Type="http://schemas.openxmlformats.org/officeDocument/2006/relationships/image" Target="/ppt/media/image23.jpeg" Id="Rde6355718d18490e" /><Relationship Type="http://schemas.openxmlformats.org/officeDocument/2006/relationships/image" Target="/ppt/media/image24.jpeg" Id="Rd76250fb485f4dd2" /><Relationship Type="http://schemas.openxmlformats.org/officeDocument/2006/relationships/image" Target="/ppt/media/image25.jpeg" Id="Rcd19581e4cfd4a93" /><Relationship Type="http://schemas.openxmlformats.org/officeDocument/2006/relationships/notesSlide" Target="/ppt/notesSlides/notesSlide8.xml" Id="R01306ee6a68746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9108336b14fdc" /><Relationship Type="http://schemas.openxmlformats.org/officeDocument/2006/relationships/image" Target="/ppt/media/image26.jpeg" Id="R6060ec8acf484f66" /><Relationship Type="http://schemas.openxmlformats.org/officeDocument/2006/relationships/image" Target="/ppt/media/image27.jpeg" Id="R500a071f55b54a6d" /><Relationship Type="http://schemas.openxmlformats.org/officeDocument/2006/relationships/image" Target="/ppt/media/image28.jpeg" Id="R2ab15bf959be471a" /><Relationship Type="http://schemas.openxmlformats.org/officeDocument/2006/relationships/image" Target="/ppt/media/image29.jpeg" Id="R9f9d831ff50a4b2b" /><Relationship Type="http://schemas.openxmlformats.org/officeDocument/2006/relationships/notesSlide" Target="/ppt/notesSlides/notesSlide9.xml" Id="R4d47227412e54a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9782e373b4b85" /><Relationship Type="http://schemas.openxmlformats.org/officeDocument/2006/relationships/image" Target="/ppt/media/image30.jpeg" Id="R29527056622a4a6d" /><Relationship Type="http://schemas.openxmlformats.org/officeDocument/2006/relationships/image" Target="/ppt/media/image31.jpeg" Id="Ra1907d5bd84d486a" /><Relationship Type="http://schemas.openxmlformats.org/officeDocument/2006/relationships/image" Target="/ppt/media/image32.jpeg" Id="Rfcdf257eeb7f4587" /><Relationship Type="http://schemas.openxmlformats.org/officeDocument/2006/relationships/image" Target="/ppt/media/image33.jpeg" Id="R0f1d55db21e64001" /><Relationship Type="http://schemas.openxmlformats.org/officeDocument/2006/relationships/notesSlide" Target="/ppt/notesSlides/notesSlide10.xml" Id="R65142a18d4be45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b6b36685847ff" /><Relationship Type="http://schemas.openxmlformats.org/officeDocument/2006/relationships/image" Target="/ppt/media/image34.jpeg" Id="R6398ff8f888942dc" /><Relationship Type="http://schemas.openxmlformats.org/officeDocument/2006/relationships/image" Target="/ppt/media/image35.jpeg" Id="Rf65b6a37c397451a" /><Relationship Type="http://schemas.openxmlformats.org/officeDocument/2006/relationships/image" Target="/ppt/media/image36.jpeg" Id="R1ad4261fc8ad4706" /><Relationship Type="http://schemas.openxmlformats.org/officeDocument/2006/relationships/notesSlide" Target="/ppt/notesSlides/notesSlide11.xml" Id="R3a2d3837f4174e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23703622941f7" /><Relationship Type="http://schemas.openxmlformats.org/officeDocument/2006/relationships/image" Target="/ppt/media/image37.jpeg" Id="Rff29b2b7b68a49fd" /><Relationship Type="http://schemas.openxmlformats.org/officeDocument/2006/relationships/image" Target="/ppt/media/image38.jpeg" Id="Rd05aeb34d36045b9" /><Relationship Type="http://schemas.openxmlformats.org/officeDocument/2006/relationships/image" Target="/ppt/media/image39.jpeg" Id="R250fb46d4dcb4ed7" /><Relationship Type="http://schemas.openxmlformats.org/officeDocument/2006/relationships/image" Target="/ppt/media/image40.jpeg" Id="Re2171613a0db4172" /><Relationship Type="http://schemas.openxmlformats.org/officeDocument/2006/relationships/notesSlide" Target="/ppt/notesSlides/notesSlide12.xml" Id="Ree94becd2bf147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ba48251a3486b" /><Relationship Type="http://schemas.openxmlformats.org/officeDocument/2006/relationships/image" Target="/ppt/media/image41.jpeg" Id="R62700ed41edf40a9" /><Relationship Type="http://schemas.openxmlformats.org/officeDocument/2006/relationships/image" Target="/ppt/media/image42.jpeg" Id="Rb67d298bf8c94802" /><Relationship Type="http://schemas.openxmlformats.org/officeDocument/2006/relationships/image" Target="/ppt/media/image43.jpeg" Id="Rb4a224cd430a400c" /><Relationship Type="http://schemas.openxmlformats.org/officeDocument/2006/relationships/image" Target="/ppt/media/image44.jpeg" Id="R7e99e439c2bc4ed0" /><Relationship Type="http://schemas.openxmlformats.org/officeDocument/2006/relationships/notesSlide" Target="/ppt/notesSlides/notesSlide13.xml" Id="Rd89dba70ff6641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a550b7dab421c" /><Relationship Type="http://schemas.openxmlformats.org/officeDocument/2006/relationships/image" Target="/ppt/media/image45.jpeg" Id="Rf65b573bd3824597" /><Relationship Type="http://schemas.openxmlformats.org/officeDocument/2006/relationships/image" Target="/ppt/media/image46.jpeg" Id="R922984b38ae845bc" /><Relationship Type="http://schemas.openxmlformats.org/officeDocument/2006/relationships/image" Target="/ppt/media/image47.jpeg" Id="Re4c68b4a9ce14c97" /><Relationship Type="http://schemas.openxmlformats.org/officeDocument/2006/relationships/image" Target="/ppt/media/image48.jpeg" Id="Rf27daa8e67db48ac" /><Relationship Type="http://schemas.openxmlformats.org/officeDocument/2006/relationships/notesSlide" Target="/ppt/notesSlides/notesSlide14.xml" Id="R4d0b197c39db45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ba1a325e048b5" /><Relationship Type="http://schemas.openxmlformats.org/officeDocument/2006/relationships/image" Target="/ppt/media/image49.jpeg" Id="R7c7117bb8ab340e3" /><Relationship Type="http://schemas.openxmlformats.org/officeDocument/2006/relationships/image" Target="/ppt/media/image50.jpeg" Id="Rf39d8916f0324144" /><Relationship Type="http://schemas.openxmlformats.org/officeDocument/2006/relationships/image" Target="/ppt/media/image51.jpeg" Id="R857096e58aec456d" /><Relationship Type="http://schemas.openxmlformats.org/officeDocument/2006/relationships/image" Target="/ppt/media/image52.jpeg" Id="R1c16de45e7f34928" /><Relationship Type="http://schemas.openxmlformats.org/officeDocument/2006/relationships/notesSlide" Target="/ppt/notesSlides/notesSlide15.xml" Id="R8048ffd6cf6644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029914413442b" /><Relationship Type="http://schemas.openxmlformats.org/officeDocument/2006/relationships/image" Target="/ppt/media/image53.jpeg" Id="R6a65636c1bff4aca" /><Relationship Type="http://schemas.openxmlformats.org/officeDocument/2006/relationships/image" Target="/ppt/media/image54.jpeg" Id="R3b929297fba04fbf" /><Relationship Type="http://schemas.openxmlformats.org/officeDocument/2006/relationships/image" Target="/ppt/media/image55.jpeg" Id="R2b576db7e52145c4" /><Relationship Type="http://schemas.openxmlformats.org/officeDocument/2006/relationships/image" Target="/ppt/media/image56.jpeg" Id="R1dc863bf64ae47c9" /><Relationship Type="http://schemas.openxmlformats.org/officeDocument/2006/relationships/notesSlide" Target="/ppt/notesSlides/notesSlide16.xml" Id="Rb7798b3559ed47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38fc4f1c648e7" /><Relationship Type="http://schemas.openxmlformats.org/officeDocument/2006/relationships/image" Target="/ppt/media/image57.jpeg" Id="R643fd354e6474aea" /><Relationship Type="http://schemas.openxmlformats.org/officeDocument/2006/relationships/image" Target="/ppt/media/image58.jpeg" Id="Rbccf04ea231e4d2f" /><Relationship Type="http://schemas.openxmlformats.org/officeDocument/2006/relationships/image" Target="/ppt/media/image59.jpeg" Id="Rdbfa41fbad874665" /><Relationship Type="http://schemas.openxmlformats.org/officeDocument/2006/relationships/notesSlide" Target="/ppt/notesSlides/notesSlide17.xml" Id="R40b72674757547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0ad4e53e24c61" /><Relationship Type="http://schemas.openxmlformats.org/officeDocument/2006/relationships/notesSlide" Target="/ppt/notesSlides/notesSlide18.xml" Id="Rc097aed62e3c46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A4747-2FB1-4E97-9ACB-3154862F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VENDOR APP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2D8F3-0314-4783-A649-E2CB8658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5619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Kapray Vendor Onboarding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76120-3CCA-4883-8995-96C17A51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Set up products, services, and orders from the vendor app screens.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42FAB-3A76-4C53-BFEE-4E304A5E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5" name="Frame Choose dress types">
            <a:extLst xmlns:a="http://schemas.openxmlformats.org/drawingml/2006/main">
              <a:ext uri="{FF2B5EF4-FFF2-40B4-BE49-F238E27FC236}">
                <a16:creationId xmlns:a16="http://schemas.microsoft.com/office/drawing/2014/main" id="{BDD7B4D2-4E41-4478-8FB9-0090AB5F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"/>
            <a:ext cx="1952625" cy="4095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dae348ff54afd"/>
          <a:stretch xmlns:a="http://schemas.openxmlformats.org/drawingml/2006/main"/>
        </p:blipFill>
        <p:spPr>
          <a:xfrm xmlns:a="http://schemas.openxmlformats.org/drawingml/2006/main">
            <a:off x="6843236" y="571500"/>
            <a:ext cx="1791653" cy="3981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3CA7E-D6FD-4D8B-8A49-5333ADD7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Choose dress types</a:t>
            </a:r>
          </a:p>
        </p:txBody>
      </p:sp>
      <p:sp>
        <p:nvSpPr>
          <p:cNvPr id="8" name="Frame Review product">
            <a:extLst xmlns:a="http://schemas.openxmlformats.org/drawingml/2006/main">
              <a:ext uri="{FF2B5EF4-FFF2-40B4-BE49-F238E27FC236}">
                <a16:creationId xmlns:a16="http://schemas.microsoft.com/office/drawing/2014/main" id="{41F5F651-98CD-4895-B7DA-B01D3BDF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104900"/>
            <a:ext cx="1952625" cy="4095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8b63b053843a5"/>
          <a:stretch xmlns:a="http://schemas.openxmlformats.org/drawingml/2006/main"/>
        </p:blipFill>
        <p:spPr>
          <a:xfrm xmlns:a="http://schemas.openxmlformats.org/drawingml/2006/main">
            <a:off x="8995886" y="1162050"/>
            <a:ext cx="1791653" cy="3981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B0ECD-D86A-47A7-85F1-B57A4FF3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768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Review product</a:t>
            </a:r>
          </a:p>
        </p:txBody>
      </p:sp>
      <p:sp>
        <p:nvSpPr>
          <p:cNvPr id="11" name="Frame Fulfil orders">
            <a:extLst xmlns:a="http://schemas.openxmlformats.org/drawingml/2006/main">
              <a:ext uri="{FF2B5EF4-FFF2-40B4-BE49-F238E27FC236}">
                <a16:creationId xmlns:a16="http://schemas.microsoft.com/office/drawing/2014/main" id="{078F6204-3693-42B2-AA21-81E4EEB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1952625" cy="4095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240890e9d4c17"/>
          <a:stretch xmlns:a="http://schemas.openxmlformats.org/drawingml/2006/main"/>
        </p:blipFill>
        <p:spPr>
          <a:xfrm xmlns:a="http://schemas.openxmlformats.org/drawingml/2006/main">
            <a:off x="7776686" y="2400300"/>
            <a:ext cx="1791653" cy="39814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881A8-C98E-4ACA-B95A-A81A2ACB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5151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Fulfil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252C4-92B0-43C4-8B0F-127AD2D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6821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AAA933-CC9A-486D-85AE-813E0694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Vendors work through one repeatable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F5882-8AB8-40ED-AAFC-A7FFAF28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Every product path follows the same operating rhythm: set up the listing, publish it, then manage buyer orders.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DFD3B-35F4-4766-9A61-461D576F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4CBAB-E882-4A28-831F-8E0C5618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8168C-368D-4D66-8E02-7A9B6E8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AA485-CCC9-4326-B6B2-EBBF87A4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8B129-5FAB-4899-A108-38897622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Choose product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149D2-F119-4599-8EF1-591AF651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2114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Unstitched, ready-to-wear, or made-to-order.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75F9A-C46C-4CE6-98FC-4E94CEE8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1C77F-D2EA-44EA-8FB4-4191069F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20612-9BB0-4390-9AC1-516AA724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050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6E9EF-ECA8-42E7-A299-F1CD6B1B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Add product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D4C45-F9CA-4142-B911-78B03FB2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29050"/>
            <a:ext cx="2114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Title, dress type, stock, price, shipping, media, and details.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7F943-4E78-478D-95D5-4A930C9D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D192D-54E8-43B2-933B-6BE54967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36088-2DD5-44BF-B6D9-A65E0A1D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63100-517E-400E-BA02-5BFCC6B4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Publish listing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5EE39-3360-425D-857A-2527DCA4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29050"/>
            <a:ext cx="2114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the product record before it becomes visible.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65719-CDF8-445C-BF47-969BDFE4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6A60B-94D2-4E5A-A078-7BF82FCD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7E7B6-560A-452C-A32A-CB91C22F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D8D1B5-22D5-482D-8396-60D66240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Maintain live offers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4DAFE-3251-4BBC-A5D9-9E1DD401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29050"/>
            <a:ext cx="2114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Update stock, pricing, media, and sale price when needed.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43143-3819-4BF4-83DF-8023BA09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75855-8162-4274-A2AC-B687937B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F6BA3-0489-472C-A63A-28E397D4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050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9EAFA-E603-4BD3-A4FE-FEAD296B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861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Fulfil orders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BD8AA-6F87-4781-8458-35273FBF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29050"/>
            <a:ext cx="2114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Pack, dispatch with tracking, and mark delivered.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E1C3C-B575-4F05-9FA0-E15D69EC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E483CC-90E7-40C2-9214-EE86F1DA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Use this loop during live onboarding: create one product, test the buyer view, then process a sample order.</a:t>
            </a:r>
          </a:p>
        </p:txBody>
      </p:sp>
    </p:spTree>
    <p:extLst>
      <p:ext uri="{BB962C8B-B14F-4D97-AF65-F5344CB8AC3E}">
        <p14:creationId xmlns:p14="http://schemas.microsoft.com/office/powerpoint/2010/main" val="1328177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C3147-D41A-4392-A0FF-1D2DCE25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Choose the product path that matches the sale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97FD8-64FE-4947-A2D0-F433869E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category choice determines the required fields and the buyer customization 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AD948-3728-4013-A1E2-D6D4BCE1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945CA-1CFF-4102-B79A-67A271E6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Frame Unstitched plain">
            <a:extLst xmlns:a="http://schemas.openxmlformats.org/drawingml/2006/main">
              <a:ext uri="{FF2B5EF4-FFF2-40B4-BE49-F238E27FC236}">
                <a16:creationId xmlns:a16="http://schemas.microsoft.com/office/drawing/2014/main" id="{53BE6898-C847-46AB-8F2D-ADFFEA83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9bd2f12c34f6e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50ADB-41A1-4DC6-8B6D-91AD31B8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Unstitched plain</a:t>
            </a:r>
          </a:p>
        </p:txBody>
      </p:sp>
      <p:sp>
        <p:nvSpPr>
          <p:cNvPr id="8" name="Frame Dyeing + tailoring">
            <a:extLst xmlns:a="http://schemas.openxmlformats.org/drawingml/2006/main">
              <a:ext uri="{FF2B5EF4-FFF2-40B4-BE49-F238E27FC236}">
                <a16:creationId xmlns:a16="http://schemas.microsoft.com/office/drawing/2014/main" id="{F0D451C5-DA4B-47B6-97B5-282FB281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6984d4dd04fa1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4C9BC-6D2D-4D77-9709-A1A015F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Dyeing + tailoring</a:t>
            </a:r>
          </a:p>
        </p:txBody>
      </p:sp>
      <p:sp>
        <p:nvSpPr>
          <p:cNvPr id="11" name="Frame Ready-to-wear">
            <a:extLst xmlns:a="http://schemas.openxmlformats.org/drawingml/2006/main">
              <a:ext uri="{FF2B5EF4-FFF2-40B4-BE49-F238E27FC236}">
                <a16:creationId xmlns:a16="http://schemas.microsoft.com/office/drawing/2014/main" id="{F4F480F2-4ECF-43ED-9D8B-09B93A14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7992823da4510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85549-06CF-45B0-8151-3C06C8D2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Ready-to-wear</a:t>
            </a:r>
          </a:p>
        </p:txBody>
      </p:sp>
      <p:sp>
        <p:nvSpPr>
          <p:cNvPr id="14" name="Frame Made-to-order">
            <a:extLst xmlns:a="http://schemas.openxmlformats.org/drawingml/2006/main">
              <a:ext uri="{FF2B5EF4-FFF2-40B4-BE49-F238E27FC236}">
                <a16:creationId xmlns:a16="http://schemas.microsoft.com/office/drawing/2014/main" id="{2113B104-E2CB-4480-858D-376D4D76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41c1fec9f4efc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A122E-47B0-42D9-A5F6-56FD01A6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Made-to-order</a:t>
            </a:r>
          </a:p>
        </p:txBody>
      </p:sp>
    </p:spTree>
    <p:extLst>
      <p:ext uri="{BB962C8B-B14F-4D97-AF65-F5344CB8AC3E}">
        <p14:creationId xmlns:p14="http://schemas.microsoft.com/office/powerpoint/2010/main" val="364844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1F919-C50C-488B-B705-97BABC5B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Unstitched plain captures fabric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7B655-3C4D-4231-852F-8381F681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F6F15-1DEF-453E-A29F-E31789EC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D5134-FACC-4E9F-8B11-09264D52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For plain fabric, vendors define what is being sold first: product title, stock length, base price, and available fabric lengths by size.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6AC52-4115-42E2-8DF3-EC768510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01FE7-C71D-4433-9F6D-3F87DE56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A8C66-74EF-4B31-99A6-EC58DB98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Stock in 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80C21-BA04-47B4-8E01-9DD5B172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EFA1A-53CC-450C-BCE8-4FFE5F48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71B40-E6A6-4FE6-98BB-DB9ED641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52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Cost per meter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418CE-5893-4C59-AB6B-95662516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DC003-E637-43C8-BEC0-3E78315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B5DFA-D5D8-4C1A-94A3-FB4B09FB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387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Size-wise fabric length</a:t>
            </a:r>
          </a:p>
        </p:txBody>
      </p:sp>
      <p:sp>
        <p:nvSpPr>
          <p:cNvPr id="14" name="Frame Product title">
            <a:extLst xmlns:a="http://schemas.openxmlformats.org/drawingml/2006/main">
              <a:ext uri="{FF2B5EF4-FFF2-40B4-BE49-F238E27FC236}">
                <a16:creationId xmlns:a16="http://schemas.microsoft.com/office/drawing/2014/main" id="{3A6241EB-E4C1-49BD-8122-252E19BD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9c30b56a84d88"/>
          <a:stretch xmlns:a="http://schemas.openxmlformats.org/drawingml/2006/main"/>
        </p:blipFill>
        <p:spPr>
          <a:xfrm xmlns:a="http://schemas.openxmlformats.org/drawingml/2006/main">
            <a:off x="459057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9A789-BE30-4A4B-BDC9-E0AE1CAF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Product title</a:t>
            </a:r>
          </a:p>
        </p:txBody>
      </p:sp>
      <p:sp>
        <p:nvSpPr>
          <p:cNvPr id="17" name="Frame Inventory">
            <a:extLst xmlns:a="http://schemas.openxmlformats.org/drawingml/2006/main">
              <a:ext uri="{FF2B5EF4-FFF2-40B4-BE49-F238E27FC236}">
                <a16:creationId xmlns:a16="http://schemas.microsoft.com/office/drawing/2014/main" id="{EFBC7821-3B56-44C9-8856-1FA49C21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0555dab3847d0"/>
          <a:stretch xmlns:a="http://schemas.openxmlformats.org/drawingml/2006/main"/>
        </p:blipFill>
        <p:spPr>
          <a:xfrm xmlns:a="http://schemas.openxmlformats.org/drawingml/2006/main">
            <a:off x="697182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70470-FD24-4812-8FC9-0CB6F92D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Inventory</a:t>
            </a:r>
          </a:p>
        </p:txBody>
      </p:sp>
      <p:sp>
        <p:nvSpPr>
          <p:cNvPr id="20" name="Frame Fabric length">
            <a:extLst xmlns:a="http://schemas.openxmlformats.org/drawingml/2006/main">
              <a:ext uri="{FF2B5EF4-FFF2-40B4-BE49-F238E27FC236}">
                <a16:creationId xmlns:a16="http://schemas.microsoft.com/office/drawing/2014/main" id="{C1D4D685-DD36-4931-BD52-693FA174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3883624974800"/>
          <a:stretch xmlns:a="http://schemas.openxmlformats.org/drawingml/2006/main"/>
        </p:blipFill>
        <p:spPr>
          <a:xfrm xmlns:a="http://schemas.openxmlformats.org/drawingml/2006/main">
            <a:off x="935307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32203-B729-40E9-89AB-D408BE57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Fabric length</a:t>
            </a:r>
          </a:p>
        </p:txBody>
      </p:sp>
    </p:spTree>
    <p:extLst>
      <p:ext uri="{BB962C8B-B14F-4D97-AF65-F5344CB8AC3E}">
        <p14:creationId xmlns:p14="http://schemas.microsoft.com/office/powerpoint/2010/main" val="20369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37ABEE-2669-400D-AC2F-AE75CD02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Shipping and media make listings buyer-ready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5AE9B-48D3-4793-A5A7-11C6AAFC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91978-3414-463C-B86D-8CBD1C46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E46FC-FD35-4566-B315-67BD0780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The listing becomes actionable after the vendor calculates shipping, adds images and video, and fills the product details buyers use to judge fit and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CCEE6-AE57-4781-886F-1EC955A6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419C6-1113-4F08-9425-653D8422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1B4E6-0AC6-4BAA-A820-71F2FE25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Shipping calculator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084FD-DCC4-46F8-BF17-8FB4CE5B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A3E31-3002-402A-9C79-C4BB63B9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FA20E-75D9-477D-B566-BE59D297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52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Product images and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5126C-EC8C-4257-98AA-7255267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41428-CBAA-417B-88A9-9EF91527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D24B1-A175-483A-8723-D0E7F12C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387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Fabric, work, density, origin</a:t>
            </a:r>
          </a:p>
        </p:txBody>
      </p:sp>
      <p:sp>
        <p:nvSpPr>
          <p:cNvPr id="14" name="Frame Shipping">
            <a:extLst xmlns:a="http://schemas.openxmlformats.org/drawingml/2006/main">
              <a:ext uri="{FF2B5EF4-FFF2-40B4-BE49-F238E27FC236}">
                <a16:creationId xmlns:a16="http://schemas.microsoft.com/office/drawing/2014/main" id="{65A7E48A-0A08-4B70-8016-EAC6A147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569059e624412"/>
          <a:stretch xmlns:a="http://schemas.openxmlformats.org/drawingml/2006/main"/>
        </p:blipFill>
        <p:spPr>
          <a:xfrm xmlns:a="http://schemas.openxmlformats.org/drawingml/2006/main">
            <a:off x="459057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400BB-FA09-486F-97C8-EF5AC26F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Shipping</a:t>
            </a:r>
          </a:p>
        </p:txBody>
      </p:sp>
      <p:sp>
        <p:nvSpPr>
          <p:cNvPr id="17" name="Frame Images">
            <a:extLst xmlns:a="http://schemas.openxmlformats.org/drawingml/2006/main">
              <a:ext uri="{FF2B5EF4-FFF2-40B4-BE49-F238E27FC236}">
                <a16:creationId xmlns:a16="http://schemas.microsoft.com/office/drawing/2014/main" id="{9052952C-AD5A-4ACB-B413-BC4F3DBA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e8f8f5c5141a1"/>
          <a:stretch xmlns:a="http://schemas.openxmlformats.org/drawingml/2006/main"/>
        </p:blipFill>
        <p:spPr>
          <a:xfrm xmlns:a="http://schemas.openxmlformats.org/drawingml/2006/main">
            <a:off x="697182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9EEFC-BD6A-489C-89CD-ED661BA0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Images</a:t>
            </a:r>
          </a:p>
        </p:txBody>
      </p:sp>
      <p:sp>
        <p:nvSpPr>
          <p:cNvPr id="20" name="Frame Details">
            <a:extLst xmlns:a="http://schemas.openxmlformats.org/drawingml/2006/main">
              <a:ext uri="{FF2B5EF4-FFF2-40B4-BE49-F238E27FC236}">
                <a16:creationId xmlns:a16="http://schemas.microsoft.com/office/drawing/2014/main" id="{436ED788-5A2F-465F-8D60-DE3D9351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f638599e749eb"/>
          <a:stretch xmlns:a="http://schemas.openxmlformats.org/drawingml/2006/main"/>
        </p:blipFill>
        <p:spPr>
          <a:xfrm xmlns:a="http://schemas.openxmlformats.org/drawingml/2006/main">
            <a:off x="935307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9A240-2CAE-4967-B07C-3D11E10F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858531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98721-10C0-4E3B-A4D7-0385CFF7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Review and publish the completed product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3232F-2E85-4908-8703-95526A7B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review screen gives vendors one last pass across basics, pricing, shipping, media, and description before saving.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EEC63-F2C2-44AC-A6B3-B167161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3551C-E66E-44A7-A0B2-84AF00F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Frame Basics review">
            <a:extLst xmlns:a="http://schemas.openxmlformats.org/drawingml/2006/main">
              <a:ext uri="{FF2B5EF4-FFF2-40B4-BE49-F238E27FC236}">
                <a16:creationId xmlns:a16="http://schemas.microsoft.com/office/drawing/2014/main" id="{2D683DDF-C824-46B8-BAB5-27DDC934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c1da059ee4f65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A538C-3339-4A62-BEB9-435341E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Basics review</a:t>
            </a:r>
          </a:p>
        </p:txBody>
      </p:sp>
      <p:sp>
        <p:nvSpPr>
          <p:cNvPr id="8" name="Frame Pricing and shipping">
            <a:extLst xmlns:a="http://schemas.openxmlformats.org/drawingml/2006/main">
              <a:ext uri="{FF2B5EF4-FFF2-40B4-BE49-F238E27FC236}">
                <a16:creationId xmlns:a16="http://schemas.microsoft.com/office/drawing/2014/main" id="{B8F99313-6064-49CA-AA09-489E46CE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8f3f14f294c40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44241-737F-4ECD-B40B-95C1B338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Pricing and shipping</a:t>
            </a:r>
          </a:p>
        </p:txBody>
      </p:sp>
      <p:sp>
        <p:nvSpPr>
          <p:cNvPr id="11" name="Frame Ready to save">
            <a:extLst xmlns:a="http://schemas.openxmlformats.org/drawingml/2006/main">
              <a:ext uri="{FF2B5EF4-FFF2-40B4-BE49-F238E27FC236}">
                <a16:creationId xmlns:a16="http://schemas.microsoft.com/office/drawing/2014/main" id="{A3F16122-B832-41D6-901A-3B9F1064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896fe2b4e4f1f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7F2DC-BCB2-4C52-82EA-5006F9B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Ready to save</a:t>
            </a:r>
          </a:p>
        </p:txBody>
      </p:sp>
      <p:sp>
        <p:nvSpPr>
          <p:cNvPr id="14" name="Frame Saved confirmation">
            <a:extLst xmlns:a="http://schemas.openxmlformats.org/drawingml/2006/main">
              <a:ext uri="{FF2B5EF4-FFF2-40B4-BE49-F238E27FC236}">
                <a16:creationId xmlns:a16="http://schemas.microsoft.com/office/drawing/2014/main" id="{B9C74E77-BDED-45D1-BC0E-74FE4470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07ba18e7f499c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864A8-0BC3-40D5-B835-0F9C6004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Saved confirmation</a:t>
            </a:r>
          </a:p>
        </p:txBody>
      </p:sp>
    </p:spTree>
    <p:extLst>
      <p:ext uri="{BB962C8B-B14F-4D97-AF65-F5344CB8AC3E}">
        <p14:creationId xmlns:p14="http://schemas.microsoft.com/office/powerpoint/2010/main" val="391028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2369E-F61B-412A-8727-3B451F3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Update live products with explicit confirmations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8C6E8-4889-4DF3-8F5B-9FA10672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Vendors can revise stock, price, media, and sale pricing with explicit confirmation prompts.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3079E-5648-4EE6-A439-7F8776C6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D39C-9A2C-470E-A74E-8D51096B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Frame Update product">
            <a:extLst xmlns:a="http://schemas.openxmlformats.org/drawingml/2006/main">
              <a:ext uri="{FF2B5EF4-FFF2-40B4-BE49-F238E27FC236}">
                <a16:creationId xmlns:a16="http://schemas.microsoft.com/office/drawing/2014/main" id="{BAABFEDC-577F-43ED-9EB2-23CA6511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e25938f224932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6D1F0-C1D0-40E1-A44D-FDEE3F9F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Update product</a:t>
            </a:r>
          </a:p>
        </p:txBody>
      </p:sp>
      <p:sp>
        <p:nvSpPr>
          <p:cNvPr id="8" name="Frame Confirm price">
            <a:extLst xmlns:a="http://schemas.openxmlformats.org/drawingml/2006/main">
              <a:ext uri="{FF2B5EF4-FFF2-40B4-BE49-F238E27FC236}">
                <a16:creationId xmlns:a16="http://schemas.microsoft.com/office/drawing/2014/main" id="{CF4E8894-5950-4164-8E56-6B1AA81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4c2ef534a4cab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34928-670C-4265-8B37-BF88824D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Confirm price</a:t>
            </a:r>
          </a:p>
        </p:txBody>
      </p:sp>
      <p:sp>
        <p:nvSpPr>
          <p:cNvPr id="11" name="Frame Confirm stock">
            <a:extLst xmlns:a="http://schemas.openxmlformats.org/drawingml/2006/main">
              <a:ext uri="{FF2B5EF4-FFF2-40B4-BE49-F238E27FC236}">
                <a16:creationId xmlns:a16="http://schemas.microsoft.com/office/drawing/2014/main" id="{42E47A30-E086-418C-8E62-87C57672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9653a4c9b4fe0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C9CC9-1A7C-42F1-9EBA-A6E20768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Confirm stock</a:t>
            </a:r>
          </a:p>
        </p:txBody>
      </p:sp>
      <p:sp>
        <p:nvSpPr>
          <p:cNvPr id="14" name="Frame Confirm sale">
            <a:extLst xmlns:a="http://schemas.openxmlformats.org/drawingml/2006/main">
              <a:ext uri="{FF2B5EF4-FFF2-40B4-BE49-F238E27FC236}">
                <a16:creationId xmlns:a16="http://schemas.microsoft.com/office/drawing/2014/main" id="{41579443-94C8-4144-94CD-859304CD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58d85e3854a4f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1A1AA-1AA1-40FA-9E74-318E003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Confirm sale</a:t>
            </a:r>
          </a:p>
        </p:txBody>
      </p:sp>
    </p:spTree>
    <p:extLst>
      <p:ext uri="{BB962C8B-B14F-4D97-AF65-F5344CB8AC3E}">
        <p14:creationId xmlns:p14="http://schemas.microsoft.com/office/powerpoint/2010/main" val="10187924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E9BC7-CAC7-4257-8B52-99D2D17C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Buyer views mirror the vendor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6D28A-27A1-4A5C-B945-B14FDDE3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Once published, the customer sees the catalogue, product media, size or fabric choices, and delivery options created by the vendor.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532C8-27DD-451A-97E3-D599663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EA875-B8DE-4668-9241-93A3E12F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Frame Catalogue">
            <a:extLst xmlns:a="http://schemas.openxmlformats.org/drawingml/2006/main">
              <a:ext uri="{FF2B5EF4-FFF2-40B4-BE49-F238E27FC236}">
                <a16:creationId xmlns:a16="http://schemas.microsoft.com/office/drawing/2014/main" id="{34B17711-8DAE-49F3-82E3-3ABE7BD5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fa64329624556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F880C-C20D-4458-A7FB-D373C9FB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Catalogue</a:t>
            </a:r>
          </a:p>
        </p:txBody>
      </p:sp>
      <p:sp>
        <p:nvSpPr>
          <p:cNvPr id="8" name="Frame Product view">
            <a:extLst xmlns:a="http://schemas.openxmlformats.org/drawingml/2006/main">
              <a:ext uri="{FF2B5EF4-FFF2-40B4-BE49-F238E27FC236}">
                <a16:creationId xmlns:a16="http://schemas.microsoft.com/office/drawing/2014/main" id="{CE7DFBF1-E466-45FD-A725-0674F92F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355718d18490e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E3CCE-AC0D-47EB-A1A7-BC66B3E2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Product view</a:t>
            </a:r>
          </a:p>
        </p:txBody>
      </p:sp>
      <p:sp>
        <p:nvSpPr>
          <p:cNvPr id="11" name="Frame Fabric length">
            <a:extLst xmlns:a="http://schemas.openxmlformats.org/drawingml/2006/main">
              <a:ext uri="{FF2B5EF4-FFF2-40B4-BE49-F238E27FC236}">
                <a16:creationId xmlns:a16="http://schemas.microsoft.com/office/drawing/2014/main" id="{1F2DD219-7B6A-4232-A6DD-07BB5AC3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250fb485f4dd2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5D52C-C89B-456D-A623-19C68317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Fabric length</a:t>
            </a:r>
          </a:p>
        </p:txBody>
      </p:sp>
      <p:sp>
        <p:nvSpPr>
          <p:cNvPr id="14" name="Frame Delivery options">
            <a:extLst xmlns:a="http://schemas.openxmlformats.org/drawingml/2006/main">
              <a:ext uri="{FF2B5EF4-FFF2-40B4-BE49-F238E27FC236}">
                <a16:creationId xmlns:a16="http://schemas.microsoft.com/office/drawing/2014/main" id="{EC3B2531-9535-4571-BDC7-81263B94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9581e4cfd4a93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A7D7C-6A14-4F6F-8BA3-DBF57A71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Delivery options</a:t>
            </a:r>
          </a:p>
        </p:txBody>
      </p:sp>
    </p:spTree>
    <p:extLst>
      <p:ext uri="{BB962C8B-B14F-4D97-AF65-F5344CB8AC3E}">
        <p14:creationId xmlns:p14="http://schemas.microsoft.com/office/powerpoint/2010/main" val="1665008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92FB3-EEB2-47E5-A8D3-61E558D0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Orders keep buyer choices through fulfilment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50090-4FA8-4659-A235-C3C8203E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Order detail screens keep customization, buyer information, payment, delivery, shipping, and tracking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1C719-3E55-4757-8B3E-8D5BC145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98209-9F4B-48C3-B88A-933925B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Frame Place order">
            <a:extLst xmlns:a="http://schemas.openxmlformats.org/drawingml/2006/main">
              <a:ext uri="{FF2B5EF4-FFF2-40B4-BE49-F238E27FC236}">
                <a16:creationId xmlns:a16="http://schemas.microsoft.com/office/drawing/2014/main" id="{A8DABFBF-B66F-4974-8D4E-113A0259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0ec8acf484f66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21365-3805-45B9-87B8-83487825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Place order</a:t>
            </a:r>
          </a:p>
        </p:txBody>
      </p:sp>
      <p:sp>
        <p:nvSpPr>
          <p:cNvPr id="8" name="Frame Payment">
            <a:extLst xmlns:a="http://schemas.openxmlformats.org/drawingml/2006/main">
              <a:ext uri="{FF2B5EF4-FFF2-40B4-BE49-F238E27FC236}">
                <a16:creationId xmlns:a16="http://schemas.microsoft.com/office/drawing/2014/main" id="{BC58AFEB-8A18-4F1E-8CB6-D38C2860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a071f55b54a6d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D3FB6-A045-46C1-B435-F75E9533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Payment</a:t>
            </a:r>
          </a:p>
        </p:txBody>
      </p:sp>
      <p:sp>
        <p:nvSpPr>
          <p:cNvPr id="11" name="Frame Order detail">
            <a:extLst xmlns:a="http://schemas.openxmlformats.org/drawingml/2006/main">
              <a:ext uri="{FF2B5EF4-FFF2-40B4-BE49-F238E27FC236}">
                <a16:creationId xmlns:a16="http://schemas.microsoft.com/office/drawing/2014/main" id="{22E3F440-A717-48A1-BB2D-F2726E52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15bf959be471a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B9511-D54E-43EF-ABF0-3A2ABB06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Order detail</a:t>
            </a:r>
          </a:p>
        </p:txBody>
      </p:sp>
      <p:sp>
        <p:nvSpPr>
          <p:cNvPr id="14" name="Frame Delivery tracking">
            <a:extLst xmlns:a="http://schemas.openxmlformats.org/drawingml/2006/main">
              <a:ext uri="{FF2B5EF4-FFF2-40B4-BE49-F238E27FC236}">
                <a16:creationId xmlns:a16="http://schemas.microsoft.com/office/drawing/2014/main" id="{7A2A348A-4608-4EB9-9A40-9E3A76EC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d831ff50a4b2b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93CBF-089F-4CDE-9CFF-7CBD6490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Delivery tracking</a:t>
            </a:r>
          </a:p>
        </p:txBody>
      </p:sp>
    </p:spTree>
    <p:extLst>
      <p:ext uri="{BB962C8B-B14F-4D97-AF65-F5344CB8AC3E}">
        <p14:creationId xmlns:p14="http://schemas.microsoft.com/office/powerpoint/2010/main" val="17968725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4C92C-39D9-4280-9AF0-D9F1EE6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Fulfil orders from the order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3D705-C15B-41C4-99C8-657DE3B4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order moves through packed, dispatched with courier details, and delivered states.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F9DF4-2745-45F0-80FE-81D4EA69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1756C-C21C-4F4D-855B-F3D0BE1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Frame Orders tab">
            <a:extLst xmlns:a="http://schemas.openxmlformats.org/drawingml/2006/main">
              <a:ext uri="{FF2B5EF4-FFF2-40B4-BE49-F238E27FC236}">
                <a16:creationId xmlns:a16="http://schemas.microsoft.com/office/drawing/2014/main" id="{405B3AF9-7EB3-4BE8-A78C-BB9C51B3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27056622a4a6d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41C5E-B0D3-4A5A-B81B-E7BC4EE8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Orders tab</a:t>
            </a:r>
          </a:p>
        </p:txBody>
      </p:sp>
      <p:sp>
        <p:nvSpPr>
          <p:cNvPr id="8" name="Frame Mark packed">
            <a:extLst xmlns:a="http://schemas.openxmlformats.org/drawingml/2006/main">
              <a:ext uri="{FF2B5EF4-FFF2-40B4-BE49-F238E27FC236}">
                <a16:creationId xmlns:a16="http://schemas.microsoft.com/office/drawing/2014/main" id="{1E294993-5AB6-49CC-92A9-13010316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07d5bd84d486a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ADFC9-415C-442D-9E13-B8C2E7E7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Mark packed</a:t>
            </a:r>
          </a:p>
        </p:txBody>
      </p:sp>
      <p:sp>
        <p:nvSpPr>
          <p:cNvPr id="11" name="Frame Dispatch">
            <a:extLst xmlns:a="http://schemas.openxmlformats.org/drawingml/2006/main">
              <a:ext uri="{FF2B5EF4-FFF2-40B4-BE49-F238E27FC236}">
                <a16:creationId xmlns:a16="http://schemas.microsoft.com/office/drawing/2014/main" id="{7803E0B8-030C-44EA-85F7-9B097BD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f257eeb7f4587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FFC6A-10DA-4D85-8CA8-21E200CE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Dispatch</a:t>
            </a:r>
          </a:p>
        </p:txBody>
      </p:sp>
      <p:sp>
        <p:nvSpPr>
          <p:cNvPr id="14" name="Frame Delivered">
            <a:extLst xmlns:a="http://schemas.openxmlformats.org/drawingml/2006/main">
              <a:ext uri="{FF2B5EF4-FFF2-40B4-BE49-F238E27FC236}">
                <a16:creationId xmlns:a16="http://schemas.microsoft.com/office/drawing/2014/main" id="{C9BC1972-1982-4FB7-BF4C-E782732C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d55db21e64001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D3521-0655-4F49-8933-07FC7396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Delivered</a:t>
            </a:r>
          </a:p>
        </p:txBody>
      </p:sp>
    </p:spTree>
    <p:extLst>
      <p:ext uri="{BB962C8B-B14F-4D97-AF65-F5344CB8AC3E}">
        <p14:creationId xmlns:p14="http://schemas.microsoft.com/office/powerpoint/2010/main" val="3518382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A8147-4740-452C-A673-C0D76F73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Dyeing and tailoring add service pricing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4902A-A74C-4EC1-B3CA-87A45F9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A8772-E6BC-4F73-8033-985059DF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5F990-0B9B-4558-8F99-44FFB2AE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For unstitched products with services, vendors add dyeing cost, tailoring cost, turnaround time, and one or more tailoring styles.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58195-5268-4812-8121-7891F287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1919F-210D-4B9C-A59D-F001F9F7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F116D-0EC8-43E0-BB06-450B2D67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Dyeing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A0542-49AC-4A5C-B580-94BDAC28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46785-6ACA-4655-8859-DF13358C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104C1-A9DF-447D-B1AD-8956CCE6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52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Tailoring cost and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6AE43-534A-420E-983F-E9C57ED3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F1B6B-0BAF-4A14-92FB-AF34CA7B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280F4-5675-40D7-8BE1-DD7196E8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387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Reusable style cards</a:t>
            </a:r>
          </a:p>
        </p:txBody>
      </p:sp>
      <p:sp>
        <p:nvSpPr>
          <p:cNvPr id="14" name="Frame Service costs">
            <a:extLst xmlns:a="http://schemas.openxmlformats.org/drawingml/2006/main">
              <a:ext uri="{FF2B5EF4-FFF2-40B4-BE49-F238E27FC236}">
                <a16:creationId xmlns:a16="http://schemas.microsoft.com/office/drawing/2014/main" id="{678E319B-D815-468D-9ADB-9865F1EF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8ff8f888942dc"/>
          <a:stretch xmlns:a="http://schemas.openxmlformats.org/drawingml/2006/main"/>
        </p:blipFill>
        <p:spPr>
          <a:xfrm xmlns:a="http://schemas.openxmlformats.org/drawingml/2006/main">
            <a:off x="459057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89FBC-EF11-46F6-BB18-C16275CC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Service costs</a:t>
            </a:r>
          </a:p>
        </p:txBody>
      </p:sp>
      <p:sp>
        <p:nvSpPr>
          <p:cNvPr id="17" name="Frame Tailoring styles">
            <a:extLst xmlns:a="http://schemas.openxmlformats.org/drawingml/2006/main">
              <a:ext uri="{FF2B5EF4-FFF2-40B4-BE49-F238E27FC236}">
                <a16:creationId xmlns:a16="http://schemas.microsoft.com/office/drawing/2014/main" id="{DB611BDE-C5FA-4C55-A9C0-2C4167E1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b6a37c397451a"/>
          <a:stretch xmlns:a="http://schemas.openxmlformats.org/drawingml/2006/main"/>
        </p:blipFill>
        <p:spPr>
          <a:xfrm xmlns:a="http://schemas.openxmlformats.org/drawingml/2006/main">
            <a:off x="697182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B3C2D-A001-4FAE-B3E3-C1A154F3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Tailoring styles</a:t>
            </a:r>
          </a:p>
        </p:txBody>
      </p:sp>
      <p:sp>
        <p:nvSpPr>
          <p:cNvPr id="20" name="Frame Saved styles">
            <a:extLst xmlns:a="http://schemas.openxmlformats.org/drawingml/2006/main">
              <a:ext uri="{FF2B5EF4-FFF2-40B4-BE49-F238E27FC236}">
                <a16:creationId xmlns:a16="http://schemas.microsoft.com/office/drawing/2014/main" id="{3BBD0BCA-16FD-41A8-932F-0531335A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4261fc8ad4706"/>
          <a:stretch xmlns:a="http://schemas.openxmlformats.org/drawingml/2006/main"/>
        </p:blipFill>
        <p:spPr>
          <a:xfrm xmlns:a="http://schemas.openxmlformats.org/drawingml/2006/main">
            <a:off x="935307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EA650-F2D2-40BD-8517-5DECBD15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Saved styles</a:t>
            </a:r>
          </a:p>
        </p:txBody>
      </p:sp>
    </p:spTree>
    <p:extLst>
      <p:ext uri="{BB962C8B-B14F-4D97-AF65-F5344CB8AC3E}">
        <p14:creationId xmlns:p14="http://schemas.microsoft.com/office/powerpoint/2010/main" val="1543805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74CDE-5595-4BE3-90BE-DE4B4798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Tailoring styles become buyer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9AA09-A968-45FB-8109-EB2B80F2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 style can include title, images, extra price, allowed necks, sleeves, trouser options, and additional instructions.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B43FD-7692-4113-85AF-6E2AB17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A0FF0-27F4-45F5-8F1D-2E881A48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Frame Edit style">
            <a:extLst xmlns:a="http://schemas.openxmlformats.org/drawingml/2006/main">
              <a:ext uri="{FF2B5EF4-FFF2-40B4-BE49-F238E27FC236}">
                <a16:creationId xmlns:a16="http://schemas.microsoft.com/office/drawing/2014/main" id="{E9175DFA-F577-4A1D-9DAC-C58D6CAC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9b2b7b68a49fd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FEA15-A95A-4B47-B429-6F0F804B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Edit style</a:t>
            </a:r>
          </a:p>
        </p:txBody>
      </p:sp>
      <p:sp>
        <p:nvSpPr>
          <p:cNvPr id="8" name="Frame Style cards">
            <a:extLst xmlns:a="http://schemas.openxmlformats.org/drawingml/2006/main">
              <a:ext uri="{FF2B5EF4-FFF2-40B4-BE49-F238E27FC236}">
                <a16:creationId xmlns:a16="http://schemas.microsoft.com/office/drawing/2014/main" id="{1EE5F7C6-017D-4CEE-9D2B-6167D658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aeb34d36045b9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87C5D-56EE-4EB6-AC23-4C1C07D8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Style cards</a:t>
            </a:r>
          </a:p>
        </p:txBody>
      </p:sp>
      <p:sp>
        <p:nvSpPr>
          <p:cNvPr id="11" name="Frame Variations">
            <a:extLst xmlns:a="http://schemas.openxmlformats.org/drawingml/2006/main">
              <a:ext uri="{FF2B5EF4-FFF2-40B4-BE49-F238E27FC236}">
                <a16:creationId xmlns:a16="http://schemas.microsoft.com/office/drawing/2014/main" id="{8ADE870B-2ADF-418D-8F5A-1D669DEE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fb46d4dcb4ed7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DE3E7-5E5A-4B82-8268-331FFE55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Variations</a:t>
            </a:r>
          </a:p>
        </p:txBody>
      </p:sp>
      <p:sp>
        <p:nvSpPr>
          <p:cNvPr id="14" name="Frame Vendor note">
            <a:extLst xmlns:a="http://schemas.openxmlformats.org/drawingml/2006/main">
              <a:ext uri="{FF2B5EF4-FFF2-40B4-BE49-F238E27FC236}">
                <a16:creationId xmlns:a16="http://schemas.microsoft.com/office/drawing/2014/main" id="{B61A06EE-3D09-4748-9755-DB5B93A9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71613a0db4172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08DB4-2BEF-47F3-98E2-41AAB2DE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Vendor note</a:t>
            </a:r>
          </a:p>
        </p:txBody>
      </p:sp>
    </p:spTree>
    <p:extLst>
      <p:ext uri="{BB962C8B-B14F-4D97-AF65-F5344CB8AC3E}">
        <p14:creationId xmlns:p14="http://schemas.microsoft.com/office/powerpoint/2010/main" val="488974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E869C-4332-4888-8339-2E7B9540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Custom orders collect shade, style, and measurements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C9A3B-11ED-4BD7-BBF1-07245436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buyer can choose dye shade, tailoring style, standard or exact measurements, then review the full service cost in checkout.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7D9F6-1132-4BB1-9A5B-6E80CC07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24F70-C135-40A5-890F-3C6BA209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Frame Shade">
            <a:extLst xmlns:a="http://schemas.openxmlformats.org/drawingml/2006/main">
              <a:ext uri="{FF2B5EF4-FFF2-40B4-BE49-F238E27FC236}">
                <a16:creationId xmlns:a16="http://schemas.microsoft.com/office/drawing/2014/main" id="{65667049-EAF4-4ABA-A09E-2BE159EC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00ed41edf40a9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A4FFE-0BF6-4206-AC50-B6FF345C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Shade</a:t>
            </a:r>
          </a:p>
        </p:txBody>
      </p:sp>
      <p:sp>
        <p:nvSpPr>
          <p:cNvPr id="8" name="Frame Size choice">
            <a:extLst xmlns:a="http://schemas.openxmlformats.org/drawingml/2006/main">
              <a:ext uri="{FF2B5EF4-FFF2-40B4-BE49-F238E27FC236}">
                <a16:creationId xmlns:a16="http://schemas.microsoft.com/office/drawing/2014/main" id="{2016E431-BAC2-48E7-B4A6-6FFAC00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d298bf8c94802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8FE24-C6D1-4D19-B54B-5DC355A0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Size choice</a:t>
            </a:r>
          </a:p>
        </p:txBody>
      </p:sp>
      <p:sp>
        <p:nvSpPr>
          <p:cNvPr id="11" name="Frame Measurements">
            <a:extLst xmlns:a="http://schemas.openxmlformats.org/drawingml/2006/main">
              <a:ext uri="{FF2B5EF4-FFF2-40B4-BE49-F238E27FC236}">
                <a16:creationId xmlns:a16="http://schemas.microsoft.com/office/drawing/2014/main" id="{36C2660A-A46B-41E0-9E74-881C21B0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224cd430a400c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00EC6-175D-42B0-A09E-58C7ECA9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Measurements</a:t>
            </a:r>
          </a:p>
        </p:txBody>
      </p:sp>
      <p:sp>
        <p:nvSpPr>
          <p:cNvPr id="14" name="Frame Order summary">
            <a:extLst xmlns:a="http://schemas.openxmlformats.org/drawingml/2006/main">
              <a:ext uri="{FF2B5EF4-FFF2-40B4-BE49-F238E27FC236}">
                <a16:creationId xmlns:a16="http://schemas.microsoft.com/office/drawing/2014/main" id="{17848D99-8D22-45D2-8D5A-2C8739D9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9e439c2bc4ed0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5B131-5A4A-4EFC-9042-D101D52D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Order summary</a:t>
            </a:r>
          </a:p>
        </p:txBody>
      </p:sp>
    </p:spTree>
    <p:extLst>
      <p:ext uri="{BB962C8B-B14F-4D97-AF65-F5344CB8AC3E}">
        <p14:creationId xmlns:p14="http://schemas.microsoft.com/office/powerpoint/2010/main" val="6436218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6F632-17CA-40F4-BC1D-6ECF293B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Ready-to-wear uses stock by style and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94A57-296A-46BB-8E96-6E88DF67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This path is built for finished stock: choose ready-to-wear, define piece count, add styles, and assign inventory per size.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13EB8-B9FB-430E-9967-B5CF9E8E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F7C25-662F-4EEE-8AFE-94340E6D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Frame Ready-to-wear">
            <a:extLst xmlns:a="http://schemas.openxmlformats.org/drawingml/2006/main">
              <a:ext uri="{FF2B5EF4-FFF2-40B4-BE49-F238E27FC236}">
                <a16:creationId xmlns:a16="http://schemas.microsoft.com/office/drawing/2014/main" id="{08C561B9-2E60-4DF1-AA47-56E221F6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b573bd3824597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36A93-8299-4A32-9CB8-E1506E5D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Ready-to-wear</a:t>
            </a:r>
          </a:p>
        </p:txBody>
      </p:sp>
      <p:sp>
        <p:nvSpPr>
          <p:cNvPr id="8" name="Frame Pieces">
            <a:extLst xmlns:a="http://schemas.openxmlformats.org/drawingml/2006/main">
              <a:ext uri="{FF2B5EF4-FFF2-40B4-BE49-F238E27FC236}">
                <a16:creationId xmlns:a16="http://schemas.microsoft.com/office/drawing/2014/main" id="{CD0B5EE8-1CB9-4744-8690-CE5F1443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984b38ae845bc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002D8-A429-4BEF-9EE5-EAC3FB08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Pieces</a:t>
            </a:r>
          </a:p>
        </p:txBody>
      </p:sp>
      <p:sp>
        <p:nvSpPr>
          <p:cNvPr id="11" name="Frame Style stock">
            <a:extLst xmlns:a="http://schemas.openxmlformats.org/drawingml/2006/main">
              <a:ext uri="{FF2B5EF4-FFF2-40B4-BE49-F238E27FC236}">
                <a16:creationId xmlns:a16="http://schemas.microsoft.com/office/drawing/2014/main" id="{AC2DA460-A56A-4FCC-BB4E-B8AF562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68b4a9ce14c97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AF243-2A9C-49D9-9763-C3E4F235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Style stock</a:t>
            </a:r>
          </a:p>
        </p:txBody>
      </p:sp>
      <p:sp>
        <p:nvSpPr>
          <p:cNvPr id="14" name="Frame Review">
            <a:extLst xmlns:a="http://schemas.openxmlformats.org/drawingml/2006/main">
              <a:ext uri="{FF2B5EF4-FFF2-40B4-BE49-F238E27FC236}">
                <a16:creationId xmlns:a16="http://schemas.microsoft.com/office/drawing/2014/main" id="{8745AE74-9371-4678-9D70-F5CD99FC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daa8e67db48ac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C5746-A40C-477E-8D9E-C425410E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8445254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81F07-12E7-44D2-9837-9537F377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Ready-to-wear buyers choose style, then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67D9A-E98D-498B-8FB9-1EF164A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buyer journey stays simple because vendor stock rules are already structured by style and size.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01CF0-1F2E-4C92-9D16-2681954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94076-C4A7-43B0-92D7-53F7FFE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Frame Catalogue">
            <a:extLst xmlns:a="http://schemas.openxmlformats.org/drawingml/2006/main">
              <a:ext uri="{FF2B5EF4-FFF2-40B4-BE49-F238E27FC236}">
                <a16:creationId xmlns:a16="http://schemas.microsoft.com/office/drawing/2014/main" id="{53E93DBD-819E-4DCF-8593-FCBB2CCD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117bb8ab340e3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C3A47-759B-40BA-831B-C8185F09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Catalogue</a:t>
            </a:r>
          </a:p>
        </p:txBody>
      </p:sp>
      <p:sp>
        <p:nvSpPr>
          <p:cNvPr id="8" name="Frame Choose style">
            <a:extLst xmlns:a="http://schemas.openxmlformats.org/drawingml/2006/main">
              <a:ext uri="{FF2B5EF4-FFF2-40B4-BE49-F238E27FC236}">
                <a16:creationId xmlns:a16="http://schemas.microsoft.com/office/drawing/2014/main" id="{2C7A8CCF-1D4A-41CF-A016-8EEBDA2E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d8916f0324144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D500A-3FA3-4A26-A0C9-640E49F5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Choose style</a:t>
            </a:r>
          </a:p>
        </p:txBody>
      </p:sp>
      <p:sp>
        <p:nvSpPr>
          <p:cNvPr id="11" name="Frame Choose size">
            <a:extLst xmlns:a="http://schemas.openxmlformats.org/drawingml/2006/main">
              <a:ext uri="{FF2B5EF4-FFF2-40B4-BE49-F238E27FC236}">
                <a16:creationId xmlns:a16="http://schemas.microsoft.com/office/drawing/2014/main" id="{2C0F4F56-CE27-4E7D-A11E-882037E6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096e58aec456d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8A7EC-D375-4460-9C39-88B86212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Choose size</a:t>
            </a:r>
          </a:p>
        </p:txBody>
      </p:sp>
      <p:sp>
        <p:nvSpPr>
          <p:cNvPr id="14" name="Frame Order detail">
            <a:extLst xmlns:a="http://schemas.openxmlformats.org/drawingml/2006/main">
              <a:ext uri="{FF2B5EF4-FFF2-40B4-BE49-F238E27FC236}">
                <a16:creationId xmlns:a16="http://schemas.microsoft.com/office/drawing/2014/main" id="{917768F3-1045-4D82-BAA8-D4337C25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6de45e7f34928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2BE4F5-227E-4A54-8EF0-F88B63D1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Order detail</a:t>
            </a:r>
          </a:p>
        </p:txBody>
      </p:sp>
    </p:spTree>
    <p:extLst>
      <p:ext uri="{BB962C8B-B14F-4D97-AF65-F5344CB8AC3E}">
        <p14:creationId xmlns:p14="http://schemas.microsoft.com/office/powerpoint/2010/main" val="793562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EE536-1FF6-4E3E-967B-E91AE9F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Made-to-order focuses on design and lead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272FF-077D-48D8-AFA3-116065A9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setup flow captures allowed sizes, package/shipping rules, design names, additional price, and estimated days.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5B161-B78A-4A9C-BA85-EBF36C89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16064-CAEE-4B28-A57D-0D5CC417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Frame Size applicability">
            <a:extLst xmlns:a="http://schemas.openxmlformats.org/drawingml/2006/main">
              <a:ext uri="{FF2B5EF4-FFF2-40B4-BE49-F238E27FC236}">
                <a16:creationId xmlns:a16="http://schemas.microsoft.com/office/drawing/2014/main" id="{A77043A6-7C22-4080-BA5A-E882B5B2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5636c1bff4aca"/>
          <a:stretch xmlns:a="http://schemas.openxmlformats.org/drawingml/2006/main"/>
        </p:blipFill>
        <p:spPr>
          <a:xfrm xmlns:a="http://schemas.openxmlformats.org/drawingml/2006/main">
            <a:off x="14068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4EE3F-2603-4241-AF3E-B2B21F67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Size applicability</a:t>
            </a:r>
          </a:p>
        </p:txBody>
      </p:sp>
      <p:sp>
        <p:nvSpPr>
          <p:cNvPr id="8" name="Frame Shipping">
            <a:extLst xmlns:a="http://schemas.openxmlformats.org/drawingml/2006/main">
              <a:ext uri="{FF2B5EF4-FFF2-40B4-BE49-F238E27FC236}">
                <a16:creationId xmlns:a16="http://schemas.microsoft.com/office/drawing/2014/main" id="{80A7CCD8-4AE4-44B8-853E-4CDA3E83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29297fba04fbf"/>
          <a:stretch xmlns:a="http://schemas.openxmlformats.org/drawingml/2006/main"/>
        </p:blipFill>
        <p:spPr>
          <a:xfrm xmlns:a="http://schemas.openxmlformats.org/drawingml/2006/main">
            <a:off x="38642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D176C-3EC8-4205-88CA-E3CDCE0A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Shipping</a:t>
            </a:r>
          </a:p>
        </p:txBody>
      </p:sp>
      <p:sp>
        <p:nvSpPr>
          <p:cNvPr id="11" name="Frame Design">
            <a:extLst xmlns:a="http://schemas.openxmlformats.org/drawingml/2006/main">
              <a:ext uri="{FF2B5EF4-FFF2-40B4-BE49-F238E27FC236}">
                <a16:creationId xmlns:a16="http://schemas.microsoft.com/office/drawing/2014/main" id="{F54D04AA-982B-4359-868D-26D169A9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76db7e52145c4"/>
          <a:stretch xmlns:a="http://schemas.openxmlformats.org/drawingml/2006/main"/>
        </p:blipFill>
        <p:spPr>
          <a:xfrm xmlns:a="http://schemas.openxmlformats.org/drawingml/2006/main">
            <a:off x="632174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E41B3-DF3A-4524-8292-F51E4046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14" name="Frame Review">
            <a:extLst xmlns:a="http://schemas.openxmlformats.org/drawingml/2006/main">
              <a:ext uri="{FF2B5EF4-FFF2-40B4-BE49-F238E27FC236}">
                <a16:creationId xmlns:a16="http://schemas.microsoft.com/office/drawing/2014/main" id="{E6551E18-278C-43FA-928E-8E994889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57350"/>
            <a:ext cx="2190750" cy="4572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863bf64ae47c9"/>
          <a:stretch xmlns:a="http://schemas.openxmlformats.org/drawingml/2006/main"/>
        </p:blipFill>
        <p:spPr>
          <a:xfrm xmlns:a="http://schemas.openxmlformats.org/drawingml/2006/main">
            <a:off x="8779193" y="1714500"/>
            <a:ext cx="2005965" cy="4457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469CB-A68D-4C74-9254-C29C75E6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0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0919420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4F31B-1898-49F4-A7D5-978D6AAA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Vendor profile builds trust behind the catalogue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30B13-3847-4046-A9C1-9B9B23EE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A2C7A-BB90-4E0C-8814-E9D65707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6447B-CF0D-4F7D-A1C7-D4EF62A8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The app keeps shop identity, services, contact, regions, product list, and catalogue visibility close together so buyers know who is fulfilling the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0EC9A-F78B-401D-9D44-668067BC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26728-B3DD-48F0-9152-B1F88D87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4C18C-A0C2-4750-A2DD-61828A8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Shop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11E2A-E4A8-4037-8CBD-06571D6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56E07-67F6-4631-B200-43E384D7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A31E9-705B-41BC-AF1A-21AB42A3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52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Services and regions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D0C61-EFEE-4BCC-9ECE-0A62350D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44834-B6CA-4C54-B93A-39F8C2F4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3AF00-74C8-4ADE-B4DA-965DD175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387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Live catalogue</a:t>
            </a:r>
          </a:p>
        </p:txBody>
      </p:sp>
      <p:sp>
        <p:nvSpPr>
          <p:cNvPr id="14" name="Frame Profile">
            <a:extLst xmlns:a="http://schemas.openxmlformats.org/drawingml/2006/main">
              <a:ext uri="{FF2B5EF4-FFF2-40B4-BE49-F238E27FC236}">
                <a16:creationId xmlns:a16="http://schemas.microsoft.com/office/drawing/2014/main" id="{7D8A2C00-4EE0-4F56-8D94-E1888B0A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fd354e6474aea"/>
          <a:stretch xmlns:a="http://schemas.openxmlformats.org/drawingml/2006/main"/>
        </p:blipFill>
        <p:spPr>
          <a:xfrm xmlns:a="http://schemas.openxmlformats.org/drawingml/2006/main">
            <a:off x="459057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84B73-59B3-458B-84B9-856E541B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Profile</a:t>
            </a:r>
          </a:p>
        </p:txBody>
      </p:sp>
      <p:sp>
        <p:nvSpPr>
          <p:cNvPr id="17" name="Frame Services">
            <a:extLst xmlns:a="http://schemas.openxmlformats.org/drawingml/2006/main">
              <a:ext uri="{FF2B5EF4-FFF2-40B4-BE49-F238E27FC236}">
                <a16:creationId xmlns:a16="http://schemas.microsoft.com/office/drawing/2014/main" id="{DC623659-5AC4-4019-BB03-32FD74B5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f04ea231e4d2f"/>
          <a:stretch xmlns:a="http://schemas.openxmlformats.org/drawingml/2006/main"/>
        </p:blipFill>
        <p:spPr>
          <a:xfrm xmlns:a="http://schemas.openxmlformats.org/drawingml/2006/main">
            <a:off x="697182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02677-7493-4615-B97B-68EAE24F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Services</a:t>
            </a:r>
          </a:p>
        </p:txBody>
      </p:sp>
      <p:sp>
        <p:nvSpPr>
          <p:cNvPr id="20" name="Frame Catalogue">
            <a:extLst xmlns:a="http://schemas.openxmlformats.org/drawingml/2006/main">
              <a:ext uri="{FF2B5EF4-FFF2-40B4-BE49-F238E27FC236}">
                <a16:creationId xmlns:a16="http://schemas.microsoft.com/office/drawing/2014/main" id="{3ADD7CA1-F454-4158-8ABA-8A2B4C33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57350"/>
            <a:ext cx="2152650" cy="44767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a41fbad874665"/>
          <a:stretch xmlns:a="http://schemas.openxmlformats.org/drawingml/2006/main"/>
        </p:blipFill>
        <p:spPr>
          <a:xfrm xmlns:a="http://schemas.openxmlformats.org/drawingml/2006/main">
            <a:off x="9353074" y="1714500"/>
            <a:ext cx="1963103" cy="43624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97DD5-9524-4633-AFD7-1FC3CD79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2103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Catalogue</a:t>
            </a:r>
          </a:p>
        </p:txBody>
      </p:sp>
    </p:spTree>
    <p:extLst>
      <p:ext uri="{BB962C8B-B14F-4D97-AF65-F5344CB8AC3E}">
        <p14:creationId xmlns:p14="http://schemas.microsoft.com/office/powerpoint/2010/main" val="9825897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0D7225-4212-4445-9DF9-B61FFB85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Onboarding checklist for the first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47E5A-7C80-4D48-8659-E1DF75F5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6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 smooth vendor session starts with product and fulfilment information ready to enter.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2569C-2974-4D22-9B4F-C5AC38BB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CB380-DFBD-46C2-AAE0-502CE3DF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59DE7-89DE-4621-B2F1-76333AA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A3D9B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B326A-F889-4A35-ADEC-735D6F19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BD9EC-3C56-4F10-B9AE-54A6C3DD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24050"/>
            <a:ext cx="456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Shop logo, shop name, contact, address, service areas, and export regions.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CB569-4AF7-4E77-AA66-F6F8D1EF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A3D9B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2DA42-11B3-4209-A19B-2E892A03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6221A-24FE-46A7-A220-2E724DC2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456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Product path: unstitched plain, dyeing, tailoring, ready-to-wear, or made-to-order.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0C418-7320-43CD-B1C0-4B79E0B7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A3D9B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D38EA-1A2D-4B0F-AE0A-BA8B5CEC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07751-F1CB-4AF5-A903-1500DC80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456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Product media: clear images, optional video, and style-specific photos.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57590-1A18-416D-9361-85600EBE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A3D9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529F2-9437-44D8-834E-56A25F0A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C3DB7-9D19-4E61-8378-B45F93F7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456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Pricing: base price, sale price rules, service add-ons, and style extra costs.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774A8-AF33-4379-8A99-712CD0E8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62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A3D9B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BED7D-1FE8-4187-810E-5E1ACF4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F657D-54F2-4DA2-8D0E-4D641919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24050"/>
            <a:ext cx="456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Inventory: fabric length, stock by size, or design availability.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F1541-5836-472E-8B41-F608F033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A3D9B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C43A6-D592-49D2-B96A-7FAC6270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527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11248-AB5C-4850-9DC4-92501BE2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76550"/>
            <a:ext cx="456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Shipping: weight, package dimensions, delivery type, courier, and tracking process.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24812-E9F8-44B1-86DE-44FBC029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A3D9B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30D19-051E-411D-92DA-DA3F028D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05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7A37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F3847-8835-4458-A1E6-7F53267C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29050"/>
            <a:ext cx="4562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Order owner: who packs, dispatches, updates tracking, and marks delivery complete.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FEAC8-F4B2-448B-ABEA-55A3F36D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1FAA1-1A4D-44C9-83A9-3A971028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Recommended live exercise: add one real product, preview it as a buyer, place a test order, and move it through delivery.</a:t>
            </a:r>
          </a:p>
        </p:txBody>
      </p:sp>
    </p:spTree>
    <p:extLst>
      <p:ext uri="{BB962C8B-B14F-4D97-AF65-F5344CB8AC3E}">
        <p14:creationId xmlns:p14="http://schemas.microsoft.com/office/powerpoint/2010/main" val="1085149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2026-08-10T17:32:22.0530000Z</dcterms:created>
  <dcterms:modified xsi:type="dcterms:W3CDTF">2026-08-10T17:32:22.0530000Z</dcterms:modified>
</coreProperties>
</file>